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f7cd5f3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f7cd5f3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f7cd5f3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f7cd5f3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f7cd5f39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f7cd5f3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139100" y="1635300"/>
            <a:ext cx="6865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ENDZONE PLAYBOOK</a:t>
            </a:r>
            <a:endParaRPr sz="48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1049550" y="3596300"/>
            <a:ext cx="70449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LCS ULTIMATE 2026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 In The Middle </a:t>
            </a:r>
            <a:endParaRPr/>
          </a:p>
        </p:txBody>
      </p:sp>
      <p:sp>
        <p:nvSpPr>
          <p:cNvPr id="284" name="Google Shape;284;p14"/>
          <p:cNvSpPr txBox="1"/>
          <p:nvPr>
            <p:ph idx="2" type="body"/>
          </p:nvPr>
        </p:nvSpPr>
        <p:spPr>
          <a:xfrm>
            <a:off x="5361000" y="1023575"/>
            <a:ext cx="3595500" cy="3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 is in the middle with the handler, outside of the endzone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Reset handler out of stack, on break side of handler with the disc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cutters in a vertical stack in the middle of the endzone, front of stack offset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1-2 stalls, X1 cuts in isolation at front of the stack, if you don’t get open, clear to position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Reset handler cuts a jam cut and receives disc on the open side, back of stack cuts toward front corner of the endzone for the continuation to score</a:t>
            </a:r>
            <a:endParaRPr/>
          </a:p>
        </p:txBody>
      </p:sp>
      <p:pic>
        <p:nvPicPr>
          <p:cNvPr id="285" name="Google Shape;285;p14" title="Fusion Plays-14.jpeg"/>
          <p:cNvPicPr preferRelativeResize="0"/>
          <p:nvPr/>
        </p:nvPicPr>
        <p:blipFill rotWithShape="1">
          <a:blip r:embed="rId3">
            <a:alphaModFix/>
          </a:blip>
          <a:srcRect b="54120" l="2467" r="27652" t="4030"/>
          <a:stretch/>
        </p:blipFill>
        <p:spPr>
          <a:xfrm>
            <a:off x="177000" y="1746150"/>
            <a:ext cx="5017677" cy="232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 On The Sideline</a:t>
            </a:r>
            <a:endParaRPr/>
          </a:p>
        </p:txBody>
      </p:sp>
      <p:sp>
        <p:nvSpPr>
          <p:cNvPr id="291" name="Google Shape;291;p15"/>
          <p:cNvSpPr txBox="1"/>
          <p:nvPr>
            <p:ph idx="2" type="body"/>
          </p:nvPr>
        </p:nvSpPr>
        <p:spPr>
          <a:xfrm>
            <a:off x="5604100" y="665325"/>
            <a:ext cx="3249900" cy="43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 on the sideline with the handler, outside of the endzone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Reset handler out of stack, on break side of handler with the disc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 cutters in a vertical stack in the middle of the endzone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Reset handler cuts a burkley at -1 stall, if no throw goes up, clear to position 3 in stack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handler is clearing, top of stack cuts a T-cut to the back of the field, receiving the disc on the breakside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Back of the stack cuts under to receive the continuation </a:t>
            </a:r>
            <a:endParaRPr/>
          </a:p>
        </p:txBody>
      </p:sp>
      <p:pic>
        <p:nvPicPr>
          <p:cNvPr id="292" name="Google Shape;292;p15" title="Fusion Plays-14.jpeg"/>
          <p:cNvPicPr preferRelativeResize="0"/>
          <p:nvPr/>
        </p:nvPicPr>
        <p:blipFill rotWithShape="1">
          <a:blip r:embed="rId3">
            <a:alphaModFix/>
          </a:blip>
          <a:srcRect b="7144" l="2162" r="27648" t="49429"/>
          <a:stretch/>
        </p:blipFill>
        <p:spPr>
          <a:xfrm>
            <a:off x="153525" y="1647225"/>
            <a:ext cx="5170176" cy="24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Continuation of Sideline Endzone </a:t>
            </a:r>
            <a:endParaRPr/>
          </a:p>
        </p:txBody>
      </p:sp>
      <p:sp>
        <p:nvSpPr>
          <p:cNvPr id="298" name="Google Shape;298;p16"/>
          <p:cNvSpPr txBox="1"/>
          <p:nvPr>
            <p:ph idx="2" type="body"/>
          </p:nvPr>
        </p:nvSpPr>
        <p:spPr>
          <a:xfrm>
            <a:off x="5466625" y="2117422"/>
            <a:ext cx="3430500" cy="20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the disc is thrown from the sideline to the reset running the T-cut…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the disc is caught </a:t>
            </a:r>
            <a:r>
              <a:rPr b="1" lang="en"/>
              <a:t>passed the stack</a:t>
            </a:r>
            <a:r>
              <a:rPr lang="en"/>
              <a:t>, </a:t>
            </a:r>
            <a:r>
              <a:rPr b="1" lang="en"/>
              <a:t>back of the stack</a:t>
            </a:r>
            <a:r>
              <a:rPr lang="en"/>
              <a:t> is the continuation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the disc is caught </a:t>
            </a:r>
            <a:r>
              <a:rPr b="1" lang="en"/>
              <a:t>in-line or before the stack</a:t>
            </a:r>
            <a:r>
              <a:rPr lang="en"/>
              <a:t>, </a:t>
            </a:r>
            <a:r>
              <a:rPr b="1" lang="en"/>
              <a:t>top of the stack</a:t>
            </a:r>
            <a:r>
              <a:rPr lang="en"/>
              <a:t> is the continuation</a:t>
            </a:r>
            <a:endParaRPr/>
          </a:p>
        </p:txBody>
      </p:sp>
      <p:pic>
        <p:nvPicPr>
          <p:cNvPr id="299" name="Google Shape;299;p16" title="Fusion Plays-15 2.jpeg"/>
          <p:cNvPicPr preferRelativeResize="0"/>
          <p:nvPr/>
        </p:nvPicPr>
        <p:blipFill rotWithShape="1">
          <a:blip r:embed="rId3">
            <a:alphaModFix/>
          </a:blip>
          <a:srcRect b="48202" l="3688" r="25515" t="7397"/>
          <a:stretch/>
        </p:blipFill>
        <p:spPr>
          <a:xfrm>
            <a:off x="191925" y="1883650"/>
            <a:ext cx="5096689" cy="247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