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e3821637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e3821637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e382163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e382163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e3821637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e3821637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e3821637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7e3821637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e3821637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e3821637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e3821637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7e3821637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662400" y="1635300"/>
            <a:ext cx="7819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HORIZONTAL PLAYBOOK</a:t>
            </a:r>
            <a:endParaRPr sz="48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2444250" y="34233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LCS ULTIMATE 2026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OFFENSE</a:t>
            </a:r>
            <a:endParaRPr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Purple</a:t>
            </a:r>
            <a:endParaRPr/>
          </a:p>
        </p:txBody>
      </p:sp>
      <p:sp>
        <p:nvSpPr>
          <p:cNvPr id="289" name="Google Shape;289;p15"/>
          <p:cNvSpPr txBox="1"/>
          <p:nvPr>
            <p:ph idx="2" type="body"/>
          </p:nvPr>
        </p:nvSpPr>
        <p:spPr>
          <a:xfrm>
            <a:off x="4903800" y="1652488"/>
            <a:ext cx="3430500" cy="27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Cutters 2, 3, 4 cut deep and clear to the break side to make space for cutter 1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 slashes across the field to the open side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3 times their cut so that when 1 is catching the disc, they are striking deep 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Cutter 4 needs to cut past 3 to prevent a pick on the initial cut 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Can be run from 1 or 4; if 4 slashes under, 2 continues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This is an initiation play! Flow into vertical after the play is run</a:t>
            </a:r>
            <a:endParaRPr b="1"/>
          </a:p>
        </p:txBody>
      </p:sp>
      <p:pic>
        <p:nvPicPr>
          <p:cNvPr id="290" name="Google Shape;290;p15" title="Fusion Plays-8.jpeg"/>
          <p:cNvPicPr preferRelativeResize="0"/>
          <p:nvPr/>
        </p:nvPicPr>
        <p:blipFill rotWithShape="1">
          <a:blip r:embed="rId3">
            <a:alphaModFix/>
          </a:blip>
          <a:srcRect b="40303" l="3081" r="44434" t="4030"/>
          <a:stretch/>
        </p:blipFill>
        <p:spPr>
          <a:xfrm>
            <a:off x="665325" y="1652500"/>
            <a:ext cx="3825623" cy="313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</a:t>
            </a:r>
            <a:endParaRPr/>
          </a:p>
        </p:txBody>
      </p:sp>
      <p:sp>
        <p:nvSpPr>
          <p:cNvPr id="296" name="Google Shape;296;p16"/>
          <p:cNvSpPr txBox="1"/>
          <p:nvPr>
            <p:ph idx="2" type="body"/>
          </p:nvPr>
        </p:nvSpPr>
        <p:spPr>
          <a:xfrm>
            <a:off x="4903650" y="1676125"/>
            <a:ext cx="3430500" cy="28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Breakside handler cuts a burkley infront of middle hander, then strikes deep from the middle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soon as handler cuts, cutter 1 cuts into the position to receive the disc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Cutter 2 push to sideline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Look to continue disc to the handler striking</a:t>
            </a:r>
            <a:endParaRPr/>
          </a:p>
        </p:txBody>
      </p:sp>
      <p:pic>
        <p:nvPicPr>
          <p:cNvPr id="297" name="Google Shape;297;p16" title="Fusion Plays-9.jpeg"/>
          <p:cNvPicPr preferRelativeResize="0"/>
          <p:nvPr/>
        </p:nvPicPr>
        <p:blipFill rotWithShape="1">
          <a:blip r:embed="rId3">
            <a:alphaModFix/>
          </a:blip>
          <a:srcRect b="41492" l="1858" r="45349" t="2844"/>
          <a:stretch/>
        </p:blipFill>
        <p:spPr>
          <a:xfrm>
            <a:off x="695175" y="1523975"/>
            <a:ext cx="3876823" cy="31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Airplane</a:t>
            </a:r>
            <a:endParaRPr/>
          </a:p>
        </p:txBody>
      </p:sp>
      <p:sp>
        <p:nvSpPr>
          <p:cNvPr id="303" name="Google Shape;303;p17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Cutter 2 and 3 cut out hard, and initiator comes under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Continuation should cut next if initiator gets the disc - look for deep continuation first, come under if not open</a:t>
            </a:r>
            <a:endParaRPr/>
          </a:p>
        </p:txBody>
      </p:sp>
      <p:pic>
        <p:nvPicPr>
          <p:cNvPr id="304" name="Google Shape;304;p17" title="Fusion Plays-8.jpeg"/>
          <p:cNvPicPr preferRelativeResize="0"/>
          <p:nvPr/>
        </p:nvPicPr>
        <p:blipFill rotWithShape="1">
          <a:blip r:embed="rId3">
            <a:alphaModFix/>
          </a:blip>
          <a:srcRect b="38325" l="60143" r="11477" t="4821"/>
          <a:stretch/>
        </p:blipFill>
        <p:spPr>
          <a:xfrm>
            <a:off x="1303800" y="1343300"/>
            <a:ext cx="2342702" cy="3627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DEFENSE</a:t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Horizontal Person-Defense </a:t>
            </a:r>
            <a:endParaRPr/>
          </a:p>
        </p:txBody>
      </p:sp>
      <p:sp>
        <p:nvSpPr>
          <p:cNvPr id="315" name="Google Shape;315;p19"/>
          <p:cNvSpPr txBox="1"/>
          <p:nvPr>
            <p:ph idx="2" type="body"/>
          </p:nvPr>
        </p:nvSpPr>
        <p:spPr>
          <a:xfrm>
            <a:off x="4903650" y="1597875"/>
            <a:ext cx="34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ct val="100000"/>
              <a:buFont typeface="Nunito"/>
              <a:buChar char="●"/>
            </a:pPr>
            <a:r>
              <a:rPr b="1" lang="en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Handlers (3) - </a:t>
            </a:r>
            <a:r>
              <a:rPr lang="en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play tight defense taking away easy resets</a:t>
            </a:r>
            <a:endParaRPr sz="13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ct val="100000"/>
              <a:buFont typeface="Nunito"/>
              <a:buChar char="○"/>
            </a:pPr>
            <a:r>
              <a:rPr lang="en"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Mark - hold the force, don’t allow break throws, communicate “up” when disc is thrown and “break” if your mark is broken </a:t>
            </a:r>
            <a:endParaRPr sz="11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ct val="100000"/>
              <a:buFont typeface="Nunito"/>
              <a:buChar char="○"/>
            </a:pPr>
            <a:r>
              <a:rPr lang="en"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Open-side handler - play tight defense, staying between your person and the disc</a:t>
            </a:r>
            <a:endParaRPr sz="11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ct val="100000"/>
              <a:buFont typeface="Nunito"/>
              <a:buChar char="○"/>
            </a:pPr>
            <a:r>
              <a:rPr lang="en"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Break-side handler - can poach into the lane for stalls 1-3, prevent up-field throws</a:t>
            </a:r>
            <a:endParaRPr sz="11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ct val="100000"/>
              <a:buFont typeface="Nunito"/>
              <a:buChar char="●"/>
            </a:pPr>
            <a:r>
              <a:rPr b="1" lang="en"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Cutters - </a:t>
            </a:r>
            <a:r>
              <a:rPr lang="en"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on the open side, stay within an arm’s distance, on the open-side of the player </a:t>
            </a:r>
            <a:endParaRPr sz="11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ct val="100000"/>
              <a:buFont typeface="Nunito"/>
              <a:buChar char="○"/>
            </a:pPr>
            <a:r>
              <a:rPr lang="en"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On the break side, you can poach off into the deep space slightly - don’t get burnt if the player goes under</a:t>
            </a:r>
            <a:endParaRPr sz="11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6" name="Google Shape;316;p19" title="Fusion Plays-9.jpeg"/>
          <p:cNvPicPr preferRelativeResize="0"/>
          <p:nvPr/>
        </p:nvPicPr>
        <p:blipFill rotWithShape="1">
          <a:blip r:embed="rId3">
            <a:alphaModFix/>
          </a:blip>
          <a:srcRect b="40700" l="62587" r="9338" t="3240"/>
          <a:stretch/>
        </p:blipFill>
        <p:spPr>
          <a:xfrm>
            <a:off x="1303800" y="1236975"/>
            <a:ext cx="2393902" cy="369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